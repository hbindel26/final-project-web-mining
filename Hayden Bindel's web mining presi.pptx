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A1F41-7241-49DD-8A75-9744BB32EEE3}" v="7" dt="2026-04-24T16:38:04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" d="100"/>
          <a:sy n="13" d="100"/>
        </p:scale>
        <p:origin x="143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del,Hayden M" userId="054703d1-2bd2-4668-8a02-d5bbf2e4de1e" providerId="ADAL" clId="{02989CDD-321A-44E8-8B77-599C685A5192}"/>
    <pc:docChg chg="undo custSel modSld">
      <pc:chgData name="Bindel,Hayden M" userId="054703d1-2bd2-4668-8a02-d5bbf2e4de1e" providerId="ADAL" clId="{02989CDD-321A-44E8-8B77-599C685A5192}" dt="2026-04-24T16:42:50.029" v="501" actId="14100"/>
      <pc:docMkLst>
        <pc:docMk/>
      </pc:docMkLst>
      <pc:sldChg chg="addSp modSp mod">
        <pc:chgData name="Bindel,Hayden M" userId="054703d1-2bd2-4668-8a02-d5bbf2e4de1e" providerId="ADAL" clId="{02989CDD-321A-44E8-8B77-599C685A5192}" dt="2026-04-24T16:30:49.043" v="325" actId="313"/>
        <pc:sldMkLst>
          <pc:docMk/>
          <pc:sldMk cId="2328655230" sldId="256"/>
        </pc:sldMkLst>
        <pc:spChg chg="mod">
          <ac:chgData name="Bindel,Hayden M" userId="054703d1-2bd2-4668-8a02-d5bbf2e4de1e" providerId="ADAL" clId="{02989CDD-321A-44E8-8B77-599C685A5192}" dt="2026-04-23T16:27:55.044" v="49" actId="14100"/>
          <ac:spMkLst>
            <pc:docMk/>
            <pc:sldMk cId="2328655230" sldId="256"/>
            <ac:spMk id="2" creationId="{09D51D5F-3EF5-4FA0-8DCD-F5714DD07997}"/>
          </ac:spMkLst>
        </pc:spChg>
        <pc:spChg chg="mod">
          <ac:chgData name="Bindel,Hayden M" userId="054703d1-2bd2-4668-8a02-d5bbf2e4de1e" providerId="ADAL" clId="{02989CDD-321A-44E8-8B77-599C685A5192}" dt="2026-04-24T16:30:49.043" v="325" actId="313"/>
          <ac:spMkLst>
            <pc:docMk/>
            <pc:sldMk cId="2328655230" sldId="256"/>
            <ac:spMk id="4" creationId="{C28B8540-487D-419B-BFD2-4D4E1ED6EA2B}"/>
          </ac:spMkLst>
        </pc:spChg>
        <pc:spChg chg="mod">
          <ac:chgData name="Bindel,Hayden M" userId="054703d1-2bd2-4668-8a02-d5bbf2e4de1e" providerId="ADAL" clId="{02989CDD-321A-44E8-8B77-599C685A5192}" dt="2026-04-23T16:27:39.938" v="44" actId="1076"/>
          <ac:spMkLst>
            <pc:docMk/>
            <pc:sldMk cId="2328655230" sldId="256"/>
            <ac:spMk id="6" creationId="{3C2C6E8C-A19F-443C-BE21-2667ABA3DB01}"/>
          </ac:spMkLst>
        </pc:spChg>
        <pc:spChg chg="mod">
          <ac:chgData name="Bindel,Hayden M" userId="054703d1-2bd2-4668-8a02-d5bbf2e4de1e" providerId="ADAL" clId="{02989CDD-321A-44E8-8B77-599C685A5192}" dt="2026-04-23T16:12:47.463" v="1" actId="20577"/>
          <ac:spMkLst>
            <pc:docMk/>
            <pc:sldMk cId="2328655230" sldId="256"/>
            <ac:spMk id="8" creationId="{081E2E4F-4653-4FC9-8D15-2861B2A72D85}"/>
          </ac:spMkLst>
        </pc:spChg>
        <pc:spChg chg="mod">
          <ac:chgData name="Bindel,Hayden M" userId="054703d1-2bd2-4668-8a02-d5bbf2e4de1e" providerId="ADAL" clId="{02989CDD-321A-44E8-8B77-599C685A5192}" dt="2026-04-24T16:29:14.352" v="105" actId="1076"/>
          <ac:spMkLst>
            <pc:docMk/>
            <pc:sldMk cId="2328655230" sldId="256"/>
            <ac:spMk id="12" creationId="{16F2A830-7038-4FAF-A4C6-D9B77B8BC357}"/>
          </ac:spMkLst>
        </pc:spChg>
        <pc:picChg chg="add mod">
          <ac:chgData name="Bindel,Hayden M" userId="054703d1-2bd2-4668-8a02-d5bbf2e4de1e" providerId="ADAL" clId="{02989CDD-321A-44E8-8B77-599C685A5192}" dt="2026-04-24T16:29:19.993" v="107" actId="1076"/>
          <ac:picMkLst>
            <pc:docMk/>
            <pc:sldMk cId="2328655230" sldId="256"/>
            <ac:picMk id="18" creationId="{524BF492-9263-7645-8D5F-9C740B2DA652}"/>
          </ac:picMkLst>
        </pc:picChg>
        <pc:picChg chg="add mod">
          <ac:chgData name="Bindel,Hayden M" userId="054703d1-2bd2-4668-8a02-d5bbf2e4de1e" providerId="ADAL" clId="{02989CDD-321A-44E8-8B77-599C685A5192}" dt="2026-04-24T16:29:16.408" v="106" actId="1076"/>
          <ac:picMkLst>
            <pc:docMk/>
            <pc:sldMk cId="2328655230" sldId="256"/>
            <ac:picMk id="20" creationId="{9D85EFA7-E303-B4A5-3682-9A240439BFC2}"/>
          </ac:picMkLst>
        </pc:picChg>
      </pc:sldChg>
      <pc:sldChg chg="addSp delSp modSp mod">
        <pc:chgData name="Bindel,Hayden M" userId="054703d1-2bd2-4668-8a02-d5bbf2e4de1e" providerId="ADAL" clId="{02989CDD-321A-44E8-8B77-599C685A5192}" dt="2026-04-24T16:42:18.331" v="495" actId="14100"/>
        <pc:sldMkLst>
          <pc:docMk/>
          <pc:sldMk cId="32816923" sldId="257"/>
        </pc:sldMkLst>
        <pc:spChg chg="add del mod">
          <ac:chgData name="Bindel,Hayden M" userId="054703d1-2bd2-4668-8a02-d5bbf2e4de1e" providerId="ADAL" clId="{02989CDD-321A-44E8-8B77-599C685A5192}" dt="2026-04-24T16:32:49.155" v="342"/>
          <ac:spMkLst>
            <pc:docMk/>
            <pc:sldMk cId="32816923" sldId="257"/>
            <ac:spMk id="4" creationId="{CE6EA951-5965-63DA-9C58-240E43D471C3}"/>
          </ac:spMkLst>
        </pc:spChg>
        <pc:spChg chg="mod">
          <ac:chgData name="Bindel,Hayden M" userId="054703d1-2bd2-4668-8a02-d5bbf2e4de1e" providerId="ADAL" clId="{02989CDD-321A-44E8-8B77-599C685A5192}" dt="2026-04-24T16:37:01.185" v="405" actId="20577"/>
          <ac:spMkLst>
            <pc:docMk/>
            <pc:sldMk cId="32816923" sldId="257"/>
            <ac:spMk id="5" creationId="{92D4A164-57FB-A59E-CC2F-85953A9D3A9C}"/>
          </ac:spMkLst>
        </pc:spChg>
        <pc:spChg chg="mod">
          <ac:chgData name="Bindel,Hayden M" userId="054703d1-2bd2-4668-8a02-d5bbf2e4de1e" providerId="ADAL" clId="{02989CDD-321A-44E8-8B77-599C685A5192}" dt="2026-04-24T16:37:09.933" v="407" actId="14100"/>
          <ac:spMkLst>
            <pc:docMk/>
            <pc:sldMk cId="32816923" sldId="257"/>
            <ac:spMk id="31" creationId="{B7E6C868-42E5-E7FD-3D11-B9CF69158F57}"/>
          </ac:spMkLst>
        </pc:spChg>
        <pc:picChg chg="add del mod">
          <ac:chgData name="Bindel,Hayden M" userId="054703d1-2bd2-4668-8a02-d5bbf2e4de1e" providerId="ADAL" clId="{02989CDD-321A-44E8-8B77-599C685A5192}" dt="2026-04-24T16:32:04.680" v="333" actId="478"/>
          <ac:picMkLst>
            <pc:docMk/>
            <pc:sldMk cId="32816923" sldId="257"/>
            <ac:picMk id="3" creationId="{05F5B3E7-95F3-3CF7-2F15-F41EF3725AAB}"/>
          </ac:picMkLst>
        </pc:picChg>
        <pc:picChg chg="add del mod">
          <ac:chgData name="Bindel,Hayden M" userId="054703d1-2bd2-4668-8a02-d5bbf2e4de1e" providerId="ADAL" clId="{02989CDD-321A-44E8-8B77-599C685A5192}" dt="2026-04-24T16:34:30.420" v="392" actId="478"/>
          <ac:picMkLst>
            <pc:docMk/>
            <pc:sldMk cId="32816923" sldId="257"/>
            <ac:picMk id="7" creationId="{2F0D8FA3-47C2-4FF7-0123-65D4CB1D9672}"/>
          </ac:picMkLst>
        </pc:picChg>
        <pc:picChg chg="add mod">
          <ac:chgData name="Bindel,Hayden M" userId="054703d1-2bd2-4668-8a02-d5bbf2e4de1e" providerId="ADAL" clId="{02989CDD-321A-44E8-8B77-599C685A5192}" dt="2026-04-24T16:34:38.864" v="394" actId="1076"/>
          <ac:picMkLst>
            <pc:docMk/>
            <pc:sldMk cId="32816923" sldId="257"/>
            <ac:picMk id="8" creationId="{2BE5DC5E-6C72-C22E-5156-38E43177300B}"/>
          </ac:picMkLst>
        </pc:picChg>
        <pc:picChg chg="add del mod">
          <ac:chgData name="Bindel,Hayden M" userId="054703d1-2bd2-4668-8a02-d5bbf2e4de1e" providerId="ADAL" clId="{02989CDD-321A-44E8-8B77-599C685A5192}" dt="2026-04-24T16:38:01.721" v="411" actId="21"/>
          <ac:picMkLst>
            <pc:docMk/>
            <pc:sldMk cId="32816923" sldId="257"/>
            <ac:picMk id="10" creationId="{1973347E-74D7-A7F5-11A9-0E08FE5A3BC8}"/>
          </ac:picMkLst>
        </pc:picChg>
        <pc:picChg chg="add mod">
          <ac:chgData name="Bindel,Hayden M" userId="054703d1-2bd2-4668-8a02-d5bbf2e4de1e" providerId="ADAL" clId="{02989CDD-321A-44E8-8B77-599C685A5192}" dt="2026-04-24T16:42:18.331" v="495" actId="14100"/>
          <ac:picMkLst>
            <pc:docMk/>
            <pc:sldMk cId="32816923" sldId="257"/>
            <ac:picMk id="12" creationId="{1B5313A3-1D19-EB91-ABFC-9EFA81CF8449}"/>
          </ac:picMkLst>
        </pc:picChg>
      </pc:sldChg>
      <pc:sldChg chg="addSp delSp modSp mod">
        <pc:chgData name="Bindel,Hayden M" userId="054703d1-2bd2-4668-8a02-d5bbf2e4de1e" providerId="ADAL" clId="{02989CDD-321A-44E8-8B77-599C685A5192}" dt="2026-04-24T16:42:50.029" v="501" actId="14100"/>
        <pc:sldMkLst>
          <pc:docMk/>
          <pc:sldMk cId="680907006" sldId="258"/>
        </pc:sldMkLst>
        <pc:spChg chg="add del mod">
          <ac:chgData name="Bindel,Hayden M" userId="054703d1-2bd2-4668-8a02-d5bbf2e4de1e" providerId="ADAL" clId="{02989CDD-321A-44E8-8B77-599C685A5192}" dt="2026-04-23T16:14:24.332" v="39"/>
          <ac:spMkLst>
            <pc:docMk/>
            <pc:sldMk cId="680907006" sldId="258"/>
            <ac:spMk id="2" creationId="{6F684EC5-EE17-9F19-1036-15E06642E1E6}"/>
          </ac:spMkLst>
        </pc:spChg>
        <pc:spChg chg="mod">
          <ac:chgData name="Bindel,Hayden M" userId="054703d1-2bd2-4668-8a02-d5bbf2e4de1e" providerId="ADAL" clId="{02989CDD-321A-44E8-8B77-599C685A5192}" dt="2026-04-24T16:38:31.587" v="463" actId="20577"/>
          <ac:spMkLst>
            <pc:docMk/>
            <pc:sldMk cId="680907006" sldId="258"/>
            <ac:spMk id="5" creationId="{92F2DC8D-0388-B17E-E9BD-555608716433}"/>
          </ac:spMkLst>
        </pc:spChg>
        <pc:picChg chg="add del mod">
          <ac:chgData name="Bindel,Hayden M" userId="054703d1-2bd2-4668-8a02-d5bbf2e4de1e" providerId="ADAL" clId="{02989CDD-321A-44E8-8B77-599C685A5192}" dt="2026-04-24T16:37:47.150" v="409" actId="478"/>
          <ac:picMkLst>
            <pc:docMk/>
            <pc:sldMk cId="680907006" sldId="258"/>
            <ac:picMk id="3" creationId="{739190D7-9706-0815-C611-D2963F41A036}"/>
          </ac:picMkLst>
        </pc:picChg>
        <pc:picChg chg="add mod">
          <ac:chgData name="Bindel,Hayden M" userId="054703d1-2bd2-4668-8a02-d5bbf2e4de1e" providerId="ADAL" clId="{02989CDD-321A-44E8-8B77-599C685A5192}" dt="2026-04-24T16:38:16.978" v="416" actId="14100"/>
          <ac:picMkLst>
            <pc:docMk/>
            <pc:sldMk cId="680907006" sldId="258"/>
            <ac:picMk id="4" creationId="{61D40150-E0AA-E001-500F-8DF497382DC9}"/>
          </ac:picMkLst>
        </pc:picChg>
        <pc:picChg chg="add mod">
          <ac:chgData name="Bindel,Hayden M" userId="054703d1-2bd2-4668-8a02-d5bbf2e4de1e" providerId="ADAL" clId="{02989CDD-321A-44E8-8B77-599C685A5192}" dt="2026-04-24T16:42:50.029" v="501" actId="14100"/>
          <ac:picMkLst>
            <pc:docMk/>
            <pc:sldMk cId="680907006" sldId="258"/>
            <ac:picMk id="7" creationId="{19E7C7C8-6DF9-74A2-FDFB-542BFC0CF60B}"/>
          </ac:picMkLst>
        </pc:picChg>
        <pc:picChg chg="add mod">
          <ac:chgData name="Bindel,Hayden M" userId="054703d1-2bd2-4668-8a02-d5bbf2e4de1e" providerId="ADAL" clId="{02989CDD-321A-44E8-8B77-599C685A5192}" dt="2026-04-24T16:38:13.460" v="415" actId="1076"/>
          <ac:picMkLst>
            <pc:docMk/>
            <pc:sldMk cId="680907006" sldId="258"/>
            <ac:picMk id="10" creationId="{1973347E-74D7-A7F5-11A9-0E08FE5A3BC8}"/>
          </ac:picMkLst>
        </pc:picChg>
      </pc:sldChg>
      <pc:sldChg chg="addSp delSp modSp mod">
        <pc:chgData name="Bindel,Hayden M" userId="054703d1-2bd2-4668-8a02-d5bbf2e4de1e" providerId="ADAL" clId="{02989CDD-321A-44E8-8B77-599C685A5192}" dt="2026-04-24T16:40:36.316" v="490" actId="14100"/>
        <pc:sldMkLst>
          <pc:docMk/>
          <pc:sldMk cId="529098348" sldId="259"/>
        </pc:sldMkLst>
        <pc:spChg chg="mod">
          <ac:chgData name="Bindel,Hayden M" userId="054703d1-2bd2-4668-8a02-d5bbf2e4de1e" providerId="ADAL" clId="{02989CDD-321A-44E8-8B77-599C685A5192}" dt="2026-04-24T16:33:04.300" v="380" actId="20577"/>
          <ac:spMkLst>
            <pc:docMk/>
            <pc:sldMk cId="529098348" sldId="259"/>
            <ac:spMk id="5" creationId="{373EABA1-6BCB-5FBE-F6C9-AA5EE6793EE7}"/>
          </ac:spMkLst>
        </pc:spChg>
        <pc:picChg chg="add del mod">
          <ac:chgData name="Bindel,Hayden M" userId="054703d1-2bd2-4668-8a02-d5bbf2e4de1e" providerId="ADAL" clId="{02989CDD-321A-44E8-8B77-599C685A5192}" dt="2026-04-24T16:39:12.010" v="469" actId="478"/>
          <ac:picMkLst>
            <pc:docMk/>
            <pc:sldMk cId="529098348" sldId="259"/>
            <ac:picMk id="3" creationId="{6099998B-0BEF-C145-728D-C962BDD5D819}"/>
          </ac:picMkLst>
        </pc:picChg>
        <pc:picChg chg="add del mod">
          <ac:chgData name="Bindel,Hayden M" userId="054703d1-2bd2-4668-8a02-d5bbf2e4de1e" providerId="ADAL" clId="{02989CDD-321A-44E8-8B77-599C685A5192}" dt="2026-04-24T16:39:12.010" v="469" actId="478"/>
          <ac:picMkLst>
            <pc:docMk/>
            <pc:sldMk cId="529098348" sldId="259"/>
            <ac:picMk id="6" creationId="{134987C4-E130-6896-9607-BD393E423FFD}"/>
          </ac:picMkLst>
        </pc:picChg>
        <pc:picChg chg="add del mod">
          <ac:chgData name="Bindel,Hayden M" userId="054703d1-2bd2-4668-8a02-d5bbf2e4de1e" providerId="ADAL" clId="{02989CDD-321A-44E8-8B77-599C685A5192}" dt="2026-04-24T16:39:12.010" v="469" actId="478"/>
          <ac:picMkLst>
            <pc:docMk/>
            <pc:sldMk cId="529098348" sldId="259"/>
            <ac:picMk id="8" creationId="{133A6C2C-92E7-AA37-3EDB-AFB42A737F86}"/>
          </ac:picMkLst>
        </pc:picChg>
        <pc:picChg chg="add del mod">
          <ac:chgData name="Bindel,Hayden M" userId="054703d1-2bd2-4668-8a02-d5bbf2e4de1e" providerId="ADAL" clId="{02989CDD-321A-44E8-8B77-599C685A5192}" dt="2026-04-24T16:39:12.010" v="469" actId="478"/>
          <ac:picMkLst>
            <pc:docMk/>
            <pc:sldMk cId="529098348" sldId="259"/>
            <ac:picMk id="10" creationId="{81F28607-728E-D280-637D-A7E1A938325B}"/>
          </ac:picMkLst>
        </pc:picChg>
        <pc:picChg chg="add mod">
          <ac:chgData name="Bindel,Hayden M" userId="054703d1-2bd2-4668-8a02-d5bbf2e4de1e" providerId="ADAL" clId="{02989CDD-321A-44E8-8B77-599C685A5192}" dt="2026-04-24T16:40:13.883" v="484" actId="14100"/>
          <ac:picMkLst>
            <pc:docMk/>
            <pc:sldMk cId="529098348" sldId="259"/>
            <ac:picMk id="12" creationId="{69DAD6FB-3467-0ADB-B6F6-7E94BDAB34A4}"/>
          </ac:picMkLst>
        </pc:picChg>
        <pc:picChg chg="add mod">
          <ac:chgData name="Bindel,Hayden M" userId="054703d1-2bd2-4668-8a02-d5bbf2e4de1e" providerId="ADAL" clId="{02989CDD-321A-44E8-8B77-599C685A5192}" dt="2026-04-24T16:39:48.453" v="477" actId="1076"/>
          <ac:picMkLst>
            <pc:docMk/>
            <pc:sldMk cId="529098348" sldId="259"/>
            <ac:picMk id="14" creationId="{2DB828B5-68FC-9A96-7DC8-17A397286108}"/>
          </ac:picMkLst>
        </pc:picChg>
        <pc:picChg chg="add mod">
          <ac:chgData name="Bindel,Hayden M" userId="054703d1-2bd2-4668-8a02-d5bbf2e4de1e" providerId="ADAL" clId="{02989CDD-321A-44E8-8B77-599C685A5192}" dt="2026-04-24T16:40:19.645" v="486" actId="14100"/>
          <ac:picMkLst>
            <pc:docMk/>
            <pc:sldMk cId="529098348" sldId="259"/>
            <ac:picMk id="16" creationId="{45DB44C1-D2C7-BF19-27FF-BC05EFAA94C0}"/>
          </ac:picMkLst>
        </pc:picChg>
        <pc:picChg chg="add mod">
          <ac:chgData name="Bindel,Hayden M" userId="054703d1-2bd2-4668-8a02-d5bbf2e4de1e" providerId="ADAL" clId="{02989CDD-321A-44E8-8B77-599C685A5192}" dt="2026-04-24T16:40:36.316" v="490" actId="14100"/>
          <ac:picMkLst>
            <pc:docMk/>
            <pc:sldMk cId="529098348" sldId="259"/>
            <ac:picMk id="18" creationId="{786E2A74-2D69-759F-0537-52A6928E99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D5E66F-9009-47ED-BB8E-E6EE944B4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543800"/>
            <a:ext cx="10058400" cy="8686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Add a succinct introduction to the focus of this project.  You should name this section appropriately (Introduction, Problem Statement, </a:t>
            </a:r>
            <a:r>
              <a:rPr lang="en-US" dirty="0" err="1"/>
              <a:t>etc</a:t>
            </a:r>
            <a:r>
              <a:rPr lang="en-US" dirty="0"/>
              <a:t>).  Font size should not be less than 36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11ECAA6F-8BF8-47E6-822C-3181D97DA5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18400" y="7543800"/>
            <a:ext cx="10058400" cy="19431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 i="0">
                <a:latin typeface="+mn-lt"/>
              </a:defRPr>
            </a:lvl1pPr>
          </a:lstStyle>
          <a:p>
            <a:pPr lvl="0"/>
            <a:r>
              <a:rPr lang="en-US" dirty="0"/>
              <a:t>Draw conclusions here. Do not just restate your results, but draw new information from them.  Summarize what you learned.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74161529-3307-4BDF-8138-E78B39B4B6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87200" y="7543800"/>
            <a:ext cx="20116800" cy="19431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Show tables, graphs, charts, </a:t>
            </a:r>
            <a:r>
              <a:rPr lang="en-US" dirty="0" err="1"/>
              <a:t>etc</a:t>
            </a:r>
            <a:r>
              <a:rPr lang="en-US" dirty="0"/>
              <a:t> here.  Keep text sparse.  Captions may have smaller text sizes (don’t go smaller than 18 point).   </a:t>
            </a:r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5192" y="669497"/>
            <a:ext cx="33960816" cy="2560320"/>
          </a:xfrm>
        </p:spPr>
        <p:txBody>
          <a:bodyPr anchor="ctr" anchorCtr="0">
            <a:norm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title</a:t>
            </a:r>
            <a:br>
              <a:rPr lang="en-US" dirty="0"/>
            </a:br>
            <a:r>
              <a:rPr lang="en-US" dirty="0"/>
              <a:t>Should not exceed 2 lines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176E7FB-5EE2-4130-8605-3413E722BE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400800"/>
            <a:ext cx="100584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F4F2A96E-4378-4CF0-B899-C10E83F2E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18400" y="6400800"/>
            <a:ext cx="100584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D32646F-4A35-470F-AFA8-9E40AB71E4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8288000"/>
            <a:ext cx="10058400" cy="8686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tools or methodologies you used; briefly describe your process. </a:t>
            </a:r>
          </a:p>
          <a:p>
            <a:pPr lvl="0"/>
            <a:endParaRPr lang="en-US" dirty="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7606CCBB-CB88-413D-A464-22C730DB74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7145000"/>
            <a:ext cx="100584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Materials/Methods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A3DED52D-79A8-4AA3-AA78-01A5C4BA7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9032200"/>
            <a:ext cx="20574000" cy="29718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primary resources, links for tools, </a:t>
            </a:r>
            <a:r>
              <a:rPr lang="en-US" dirty="0" err="1"/>
              <a:t>etc</a:t>
            </a:r>
            <a:r>
              <a:rPr lang="en-US" dirty="0"/>
              <a:t> here.  This text can be smaller (as it is not the focus of your poster); do not go smaller than 24 pt. font.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4E0C4AA-0531-4C45-BA36-9C088D53B2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7889200"/>
            <a:ext cx="205740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Bibliography, Additional Resources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D97286D3-0DCF-458A-BC3C-E861081AAD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87200" y="6400800"/>
            <a:ext cx="201168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445B09A0-E4B9-499C-AAD0-CFD28A9E7B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18400" y="29032200"/>
            <a:ext cx="10058400" cy="297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800">
                <a:latin typeface="+mn-lt"/>
              </a:defRPr>
            </a:lvl1pPr>
          </a:lstStyle>
          <a:p>
            <a:pPr lvl="0"/>
            <a:r>
              <a:rPr lang="en-US" dirty="0"/>
              <a:t>Put repository information here, links to final project (if web hosted), </a:t>
            </a:r>
            <a:r>
              <a:rPr lang="en-US" dirty="0" err="1"/>
              <a:t>etc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urls</a:t>
            </a:r>
            <a:r>
              <a:rPr lang="en-US" dirty="0"/>
              <a:t> easy to find (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shortener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0"/>
            <a:endParaRPr lang="en-US" dirty="0"/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B6D57FAF-8E5A-4883-A160-305F7FDE5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18400" y="27889200"/>
            <a:ext cx="100584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Further Information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7A5DCD1-D6DC-42D4-A4EE-2B1EE7DCCA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02800" y="29032200"/>
            <a:ext cx="9601200" cy="297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sponsors, mentors, </a:t>
            </a:r>
            <a:r>
              <a:rPr lang="en-US" dirty="0" err="1"/>
              <a:t>etc</a:t>
            </a:r>
            <a:r>
              <a:rPr lang="en-US" dirty="0"/>
              <a:t> here.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D9C3A5D8-588C-42C1-9AAC-5510B78A1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402800" y="27889200"/>
            <a:ext cx="9601200" cy="1143000"/>
          </a:xfrm>
          <a:solidFill>
            <a:srgbClr val="006747"/>
          </a:solidFill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Acknowledgements</a:t>
            </a:r>
          </a:p>
        </p:txBody>
      </p:sp>
      <p:pic>
        <p:nvPicPr>
          <p:cNvPr id="1030" name="Picture 6" descr="https://www.nwmissouri.edu/marketing/images/design/logos/N60-2Stack-W.png">
            <a:extLst>
              <a:ext uri="{FF2B5EF4-FFF2-40B4-BE49-F238E27FC236}">
                <a16:creationId xmlns:a16="http://schemas.microsoft.com/office/drawing/2014/main" id="{50547536-0CA8-4774-955F-78103C8DB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360" y="512064"/>
            <a:ext cx="3920693" cy="443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8C3ECC03-D912-4EB3-A934-2B129A10535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12064" y="512064"/>
            <a:ext cx="3941064" cy="4434840"/>
          </a:xfrm>
        </p:spPr>
        <p:txBody>
          <a:bodyPr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additional appropriate graphic/logo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0CE0B-3E5B-406F-84FA-B1A1EFDF88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8108" y="3383280"/>
            <a:ext cx="33997392" cy="9144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Name(s)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636E0170-FC5D-4E5B-A3B4-847283711D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8108" y="4407408"/>
            <a:ext cx="33997392" cy="9144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Contact and Affiliations</a:t>
            </a:r>
          </a:p>
        </p:txBody>
      </p:sp>
    </p:spTree>
    <p:extLst>
      <p:ext uri="{BB962C8B-B14F-4D97-AF65-F5344CB8AC3E}">
        <p14:creationId xmlns:p14="http://schemas.microsoft.com/office/powerpoint/2010/main" val="346574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5B7AD-C0E4-4106-98F1-A426950388A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186B7-4AB0-4B70-BB5B-FE2ED47B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1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D51D5F-3EF5-4FA0-8DCD-F5714DD079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7221310"/>
            <a:ext cx="10058400" cy="135404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Modern virtual economies provide a unique playground for data mining and predictive analysis. This study explores the Old School RuneScape (OSRS) market using real-time price and volume data fetched via the OSRS Wiki API. The research focuses on three key pillars:</a:t>
            </a:r>
          </a:p>
          <a:p>
            <a:r>
              <a:rPr lang="en-US" b="1" dirty="0"/>
              <a:t>Market Volatility:</a:t>
            </a:r>
            <a:r>
              <a:rPr lang="en-US" dirty="0"/>
              <a:t> Identifying high-margin "flipping" opportunities.</a:t>
            </a:r>
          </a:p>
          <a:p>
            <a:r>
              <a:rPr lang="en-US" b="1" dirty="0"/>
              <a:t>Economic Correlation:</a:t>
            </a:r>
            <a:r>
              <a:rPr lang="en-US" dirty="0"/>
              <a:t> Measuring the statistical link between raw and processed assets.</a:t>
            </a:r>
          </a:p>
          <a:p>
            <a:r>
              <a:rPr lang="en-US" b="1" dirty="0"/>
              <a:t>Optimal Timing:</a:t>
            </a:r>
            <a:r>
              <a:rPr lang="en-US" dirty="0"/>
              <a:t> Mapping global trading volume to UTC timeframes. Using automated data collection and statistical modeling, this project demonstrates how algorithmic analysis can optimize trading strategies in a decentralized digital market.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11C5B-6CA3-41B7-A609-6C0419D567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B8540-487D-419B-BFD2-4D4E1ED6EA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887200" y="24574500"/>
            <a:ext cx="20116800" cy="40331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Top left graph is a candle stick graph of the auction sales</a:t>
            </a:r>
          </a:p>
          <a:p>
            <a:r>
              <a:rPr lang="en-US" dirty="0"/>
              <a:t>Bottom right is the marge price difference with nonmember's and members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9B4624-6455-4E23-918A-4360F464B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2880"/>
            <a:ext cx="38187086" cy="2560320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Algorithmic Market Analysis: Volatility and Correlation in a Gaming Economy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2C6E8C-A19F-443C-BE21-2667ABA3DB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5657851"/>
            <a:ext cx="100584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0E864-A8FA-4890-9AA7-9F3E2101A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81E2E4F-4653-4FC9-8D15-2861B2A72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247677"/>
            <a:ext cx="10972800" cy="6359979"/>
          </a:xfrm>
        </p:spPr>
        <p:txBody>
          <a:bodyPr>
            <a:noAutofit/>
          </a:bodyPr>
          <a:lstStyle/>
          <a:p>
            <a:r>
              <a:rPr lang="en-US" sz="4300" dirty="0"/>
              <a:t>This research utilized the OSRS Wiki Real-Time Prices API to gather high-fidelity market data. A custom Python pipeline was developed to automate the collection of item metadata and pricing at 5-minute intervals. Data was processed using the Pandas library to calculate volatility margins and merged with historical time-series data to perform correlation analysis. All datasets were serialized using Pickle to maintain data integrity and support time zone-aware (UTC) analysis for global trading trends.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C5EF7-7632-426A-B8E7-2222FA83FF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20761779"/>
            <a:ext cx="100584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B35C23-DD9B-427C-8059-8D581E02AC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30860998"/>
            <a:ext cx="20574000" cy="1143001"/>
          </a:xfrm>
        </p:spPr>
        <p:txBody>
          <a:bodyPr>
            <a:normAutofit fontScale="92500"/>
          </a:bodyPr>
          <a:lstStyle/>
          <a:p>
            <a:r>
              <a:rPr lang="en-US" dirty="0"/>
              <a:t>https://runescape.wiki/w/Application_programming_interface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C99547-1A00-4B68-815A-0772F45291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4400" y="29375100"/>
            <a:ext cx="205740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F2A830-7038-4FAF-A4C6-D9B77B8BC3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45239" y="5331550"/>
            <a:ext cx="201168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8600CE-F4F2-4F2B-B7DB-2352EBDAE8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918400" y="29946600"/>
            <a:ext cx="10058400" cy="2057400"/>
          </a:xfrm>
        </p:spPr>
        <p:txBody>
          <a:bodyPr/>
          <a:lstStyle/>
          <a:p>
            <a:r>
              <a:rPr lang="en-US" dirty="0"/>
              <a:t>https://github.com/hbindel26/Final-project-web-mining.git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32D8AA-F349-412F-869B-497A22B456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918400" y="28803600"/>
            <a:ext cx="100584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4FE595E-DFDE-49E0-A077-CCB625723F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402800" y="30518100"/>
            <a:ext cx="9601200" cy="1485900"/>
          </a:xfrm>
        </p:spPr>
        <p:txBody>
          <a:bodyPr/>
          <a:lstStyle/>
          <a:p>
            <a:r>
              <a:rPr lang="en-US" dirty="0"/>
              <a:t>Dr. Charles Hoot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7F0AB6A-02EC-40B4-9785-064C004C8F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402800" y="29375100"/>
            <a:ext cx="9601200" cy="1143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4BF492-9263-7645-8D5F-9C740B2DA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9761" y="13776957"/>
            <a:ext cx="17424400" cy="104546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85EFA7-E303-B4A5-3682-9A240439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6229351"/>
            <a:ext cx="10957561" cy="782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55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4A164-57FB-A59E-CC2F-85953A9D3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raw Data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528188-47D6-C4A7-7B80-0AFD4387443B}"/>
              </a:ext>
            </a:extLst>
          </p:cNvPr>
          <p:cNvSpPr txBox="1"/>
          <p:nvPr/>
        </p:nvSpPr>
        <p:spPr>
          <a:xfrm>
            <a:off x="2525486" y="8708570"/>
            <a:ext cx="3731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B7E6C868-42E5-E7FD-3D11-B9CF69158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5687786"/>
            <a:ext cx="21423086" cy="2694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Data Acquisition (Web Mining)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Primary Source: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Utilized the 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OSRS Wiki Real-Time Prices API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high-frequency market data and the 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Mapping API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item metadata.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Compliance: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Implemented a custom User-Agent header in Python to comply with the Wiki's Fair Use Policy, ensuring transparent and responsible data scraping.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Tooling: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Used the requests library to fetch JSON payloads containing real-time "insta-buy" and "insta-sell" price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2. Data Transformation (Pandas)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Merging: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Combined metadata (Item IDs, Names, Members-status) with live pricing data into a unified 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Pandas </a:t>
            </a:r>
            <a:r>
              <a:rPr kumimoji="0" lang="en-US" altLang="en-US" sz="6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DataFrame</a:t>
            </a:r>
            <a:r>
              <a:rPr kumimoji="0" lang="en-US" altLang="en-US" sz="6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r>
              <a:rPr kumimoji="0" lang="en-US" altLang="en-US" sz="6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Feature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Engineering: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Calculated derived metrics for analysis: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Margin Percentage: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$((High - Low) / Low) \times 100$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Absolute Spread: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$High - Low$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Cleaning: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Filtered out items with zero trading volume to eliminate "noise" and focus on viable market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3. Storage &amp; Caching (Pickle)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Serialization: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Employed the pickle library to save processed </a:t>
            </a:r>
            <a:r>
              <a:rPr kumimoji="0" lang="en-US" altLang="en-US" sz="6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dataframes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.</a:t>
            </a:r>
            <a:r>
              <a:rPr kumimoji="0" lang="en-US" altLang="en-US" sz="6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pkl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files (</a:t>
            </a:r>
            <a:r>
              <a:rPr kumimoji="0" lang="en-US" altLang="en-US" sz="6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ge_data_cache.pkl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Efficiency: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Caching allows for rapid data reloading without redundant API calls, preserving the integrity of </a:t>
            </a: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UTC timestamps</a:t>
            </a:r>
            <a:r>
              <a:rPr kumimoji="0" lang="en-US" altLang="en-US" sz="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time-series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E5DC5E-6C72-C22E-5156-38E431773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0" y="6329501"/>
            <a:ext cx="22337486" cy="114414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5313A3-1D19-EB91-ABFC-9EFA81CF8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3714" y="17770903"/>
            <a:ext cx="22337486" cy="945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A12D-73D5-B744-3D82-F43448DE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F2DC8D-0388-B17E-E9BD-555608716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031F8D-7C50-6BB2-726E-7B55DDFD8772}"/>
              </a:ext>
            </a:extLst>
          </p:cNvPr>
          <p:cNvSpPr txBox="1"/>
          <p:nvPr/>
        </p:nvSpPr>
        <p:spPr>
          <a:xfrm>
            <a:off x="2525486" y="8708570"/>
            <a:ext cx="3731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40150-E0AA-E001-500F-8DF497382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632" y="6094503"/>
            <a:ext cx="27504567" cy="5228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73347E-74D7-A7F5-11A9-0E08FE5A3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633" y="11691969"/>
            <a:ext cx="27504567" cy="8817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7C7C8-6DF9-74A2-FDFB-542BFC0CF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631" y="20509965"/>
            <a:ext cx="27504568" cy="1040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0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0F9F-0B50-BF95-FA52-EF679C1C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3EABA1-6BCB-5FBE-F6C9-AA5EE6793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GRAPHS!!!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93AB5-BF53-4388-D218-519D726FE72A}"/>
              </a:ext>
            </a:extLst>
          </p:cNvPr>
          <p:cNvSpPr txBox="1"/>
          <p:nvPr/>
        </p:nvSpPr>
        <p:spPr>
          <a:xfrm>
            <a:off x="2525486" y="8708570"/>
            <a:ext cx="3731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DAD6FB-3467-0ADB-B6F6-7E94BDAB3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92749"/>
            <a:ext cx="21945600" cy="134556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B828B5-68FC-9A96-7DC8-17A397286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6364" y="5492749"/>
            <a:ext cx="19930836" cy="14236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DB44C1-D2C7-BF19-27FF-BC05EFAA94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62749"/>
            <a:ext cx="21082000" cy="134556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6E2A74-2D69-759F-0537-52A6928E99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7491" y="20320001"/>
            <a:ext cx="20571108" cy="1234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9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search Poster">
      <a:majorFont>
        <a:latin typeface="Helvetica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_nw_green" id="{8A0CC076-DF9E-4991-A331-C72B7732392D}" vid="{A32A041A-A5FE-4424-9FAA-80AF5BFF47C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simple_nw_green</Template>
  <TotalTime>932</TotalTime>
  <Words>471</Words>
  <Application>Microsoft Office PowerPoint</Application>
  <PresentationFormat>Custom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Garamond</vt:lpstr>
      <vt:lpstr>Google Sans</vt:lpstr>
      <vt:lpstr>Google Sans Text</vt:lpstr>
      <vt:lpstr>Helvetica</vt:lpstr>
      <vt:lpstr>Office Theme</vt:lpstr>
      <vt:lpstr>Algorithmic Market Analysis: Volatility and Correlation in a Gaming Economy</vt:lpstr>
      <vt:lpstr> raw Data </vt:lpstr>
      <vt:lpstr>USING THE DATA</vt:lpstr>
      <vt:lpstr>GRAPHS!!!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Bindel,Hayden M</dc:creator>
  <cp:lastModifiedBy>Bindel,Hayden M</cp:lastModifiedBy>
  <cp:revision>1</cp:revision>
  <dcterms:created xsi:type="dcterms:W3CDTF">2026-04-23T01:19:37Z</dcterms:created>
  <dcterms:modified xsi:type="dcterms:W3CDTF">2026-04-24T16:42:50Z</dcterms:modified>
</cp:coreProperties>
</file>